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素材一覧（G4）。Googleのみ生成（gemini-3-pro-image-preview）・OpenAI不使用。各パーツは個別の移動・回転・拡縮可能な画像オブジェクト。合成見本(TGL墜落/荷崩れ)は後続スライドで配置。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素材一覧（レイヤー合成用パーツ）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Google（Nano Banana Pro = gemini-3-pro-image-preview）のみで生成。背景=不透過写真／荷物・作業員=純白背景から透過化したRGBAパーツ。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24128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lang="ja-JP" altLang="en-US">
                <a:solidFill>
                  <a:srgbClr val="1F3B57"/>
                </a:solidFill>
                <a:latin typeface="游ゴシック"/>
                <a:ea typeface="游ゴシック"/>
                <a:cs typeface="游ゴシック"/>
              </a:rPr>
              <a:t>■ 背景  layers_v18/bg</a:t>
            </a: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  （3点・不透過）</a:t>
            </a:r>
          </a:p>
        </p:txBody>
      </p:sp>
      <p:pic>
        <p:nvPicPr>
          <p:cNvPr id="5" name="Picture 4" descr="bg_warehou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44" y="1353312"/>
            <a:ext cx="245745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743200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倉庫TGL① bg_warehouse1</a:t>
            </a:r>
          </a:p>
        </p:txBody>
      </p:sp>
      <p:pic>
        <p:nvPicPr>
          <p:cNvPr id="7" name="Picture 6" descr="bg_warehou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22" y="1353312"/>
            <a:ext cx="245745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1058" y="2743200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倉庫TGL② bg_warehouse2</a:t>
            </a:r>
          </a:p>
        </p:txBody>
      </p:sp>
      <p:pic>
        <p:nvPicPr>
          <p:cNvPr id="9" name="Picture 8" descr="bg_venue_d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700" y="1353312"/>
            <a:ext cx="245745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90636" y="2743200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会場搬入口 bg_venue_dock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07792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lang="ja-JP" altLang="en-US">
                <a:solidFill>
                  <a:srgbClr val="1F3B57"/>
                </a:solidFill>
                <a:latin typeface="游ゴシック"/>
                <a:ea typeface="游ゴシック"/>
                <a:cs typeface="游ゴシック"/>
              </a:rPr>
              <a:t>■ 荷物パーツ  layers_v18/obj</a:t>
            </a: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  （4点・透過RGBA）</a:t>
            </a:r>
          </a:p>
        </p:txBody>
      </p:sp>
      <p:pic>
        <p:nvPicPr>
          <p:cNvPr id="12" name="Picture 11" descr="obj_rollcage_collap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91" y="3218688"/>
            <a:ext cx="234696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カゴ車 崩れ collapsing</a:t>
            </a:r>
          </a:p>
        </p:txBody>
      </p:sp>
      <p:pic>
        <p:nvPicPr>
          <p:cNvPr id="14" name="Picture 13" descr="obj_rollcage_tipp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1275" y="3218688"/>
            <a:ext cx="23469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53663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カゴ車 転倒 tipping</a:t>
            </a:r>
          </a:p>
        </p:txBody>
      </p:sp>
      <p:pic>
        <p:nvPicPr>
          <p:cNvPr id="16" name="Picture 15" descr="obj_rollcage_norm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459" y="3218688"/>
            <a:ext cx="2346960" cy="1280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5847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カゴ車 正常 normal</a:t>
            </a:r>
          </a:p>
        </p:txBody>
      </p:sp>
      <p:pic>
        <p:nvPicPr>
          <p:cNvPr id="18" name="Picture 17" descr="obj_panelcart_sli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5643" y="3218688"/>
            <a:ext cx="2346960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38031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パネル台車 滑落 sliding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36592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lang="ja-JP" altLang="en-US">
                <a:solidFill>
                  <a:srgbClr val="1F3B57"/>
                </a:solidFill>
                <a:latin typeface="游ゴシック"/>
                <a:ea typeface="游ゴシック"/>
                <a:cs typeface="游ゴシック"/>
              </a:rPr>
              <a:t>■ 作業員パーツ  layers_v18/worker</a:t>
            </a: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  （5点・透過RGBA）</a:t>
            </a:r>
          </a:p>
        </p:txBody>
      </p:sp>
      <p:pic>
        <p:nvPicPr>
          <p:cNvPr id="21" name="Picture 20" descr="worker_hand_p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5116915"/>
            <a:ext cx="2109155" cy="11504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手を痛がる hand_pain</a:t>
            </a:r>
          </a:p>
        </p:txBody>
      </p:sp>
      <p:pic>
        <p:nvPicPr>
          <p:cNvPr id="23" name="Picture 22" descr="worker_foot_crou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7523" y="5116915"/>
            <a:ext cx="2109155" cy="11504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685227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足を押さえしゃがむ foot_crouch</a:t>
            </a:r>
          </a:p>
        </p:txBody>
      </p:sp>
      <p:pic>
        <p:nvPicPr>
          <p:cNvPr id="25" name="Picture 24" descr="worker_fallen_ba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1270" y="5116915"/>
            <a:ext cx="2109155" cy="11504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58974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仰向け転倒 fallen_back</a:t>
            </a:r>
          </a:p>
        </p:txBody>
      </p:sp>
      <p:pic>
        <p:nvPicPr>
          <p:cNvPr id="27" name="Picture 26" descr="worker_startl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017" y="5116915"/>
            <a:ext cx="2109155" cy="11504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32721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驚き後傾 startled</a:t>
            </a:r>
          </a:p>
        </p:txBody>
      </p:sp>
      <p:pic>
        <p:nvPicPr>
          <p:cNvPr id="29" name="Picture 28" descr="worker_stan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88764" y="5116915"/>
            <a:ext cx="2109155" cy="1150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6468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通常立ち stand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1136873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 これはレイヤー合成のたたき台。各部品は移動・回転・拡縮可能な個別画像オブジェクト。最終調整はPowerPoint上で。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