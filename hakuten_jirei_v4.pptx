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約8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TGL災害が運輸業で発生（荷役作業に共通）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第36条の改正（第五号の四）。教育は学科4時間以上＋実技2時間以上。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高所作業車を起因物とする死亡（令和2年・建設5/運輸1）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519511"/>
            <a:ext cx="731520" cy="115797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577840" y="387713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8" y="1880629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4436157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74519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794760" cy="141732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昇降板の端や後退動作で足を踏み外し、頭から転落。落下した荷の下敷きにも。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983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運輸業（貨物自動車運送）／TGL昇降板上での重量物（200Lドラム缶）取卸し作業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後ろ向きに荷を扱う作業者が、縁・柵のない昇降板の後端を踏み外して頭部から地面へ転落。さらに落下したドラム缶の下敷きとなり被災。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後ろ向き姿勢で足元の視界・確認が不十分／昇降板に縁（柵）がなく踏み外しを防げない構造／重量物を人力で扱う不安定作業。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・重量物はカゴ車等で固定し、人力での後退移動を排除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3477834"/>
            <a:ext cx="182880" cy="119790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114800" y="4436157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675738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昇降板と地面のすき間に足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874519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3794760" cy="141732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983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2838952"/>
            <a:ext cx="1316736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041648" y="3477834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9584" y="1641048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877135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74519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794760" cy="141732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983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279930"/>
            <a:ext cx="731520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138928" y="2120210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2192" y="1561188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3158393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74519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794760" cy="141732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983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>
            <a:off x="1700784" y="4116716"/>
            <a:ext cx="950976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98064" y="459587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995179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アウトリガー未設置／傾斜地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874519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3794760" cy="141732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983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4700016" y="2279930"/>
            <a:ext cx="0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992624" y="208027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1048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5232" y="2679231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74519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794760" cy="141732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983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重量物は複数人で扱い、転倒側に立たない／積載は重心を低くしているか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旋回・移動前に上方（トラス・電線）・側方の離隔を確認し誘導者を配置したか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