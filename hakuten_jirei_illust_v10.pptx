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2501798" y="3242130"/>
            <a:ext cx="1114836" cy="102879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432121" y="408386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98571" y="1698942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後退で踏み外し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607" y="483208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546957" y="3709763"/>
            <a:ext cx="766450" cy="56115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198571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1254191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243730" y="408386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3734" y="1652179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607" y="4270922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段差・固定不良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2501798" y="3475947"/>
            <a:ext cx="1045159" cy="107555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407603" y="3242130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0830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5989" y="5112661"/>
            <a:ext cx="116311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546957" y="3475947"/>
            <a:ext cx="1045159" cy="935265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571475" y="4832081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5637276" y="2680971"/>
            <a:ext cx="0" cy="794976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6194694" y="249391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6316" y="1698942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925" y="3242130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