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運輸業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TGL災害が多い業種（設営の荷役も同じリスク）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第36条の改正（第五号の四）。教育は学科4時間＋実技2時間（計6時間）。</a:t>
            </a:r>
          </a:p>
          <a:p>
            <a:pPr algn="l"/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高所作業車を起因物とする死亡者数（令和2年）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死亡6名の内訳は建設業5名・運輸交通業1名。事故の型は「墜落・転落」が最多。業種は建設業中心だが、製造業・ビルメンテ・樹木剪定・イベント設営等でも発生。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5428244" y="2961551"/>
            <a:ext cx="905804" cy="1215845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592116" y="3990343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2443" y="1932759"/>
            <a:ext cx="147767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積荷（ドラム缶）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7280" y="5112661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昇降板の端や後退動作で足を踏み外し、頭から転落。落下した荷の下敷きにも。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運輸業（貨物自動車運送）／TGL昇降板上での重量物（200Lドラム缶）取卸し作業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後ろ向きに荷を扱う作業者が、縁・柵のない昇降板の後端を踏み外して頭部から地面へ転落。さらに落下したドラム缶の下敷きとなり被災。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後ろ向き姿勢で足元の視界・確認が不十分／昇降板に縁（柵）がなく踏み外しを防げない構造／重量物を人力で扱う不安定作業。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・重量物はカゴ車等で固定し、人力での後退移動を排除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3198571" y="3242130"/>
            <a:ext cx="975482" cy="84173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10830" y="427092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3734" y="5299714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895344" y="3242130"/>
            <a:ext cx="1114836" cy="70144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198571" y="44579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6961" y="1745706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443" y="5112661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gen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5288889" y="2774498"/>
            <a:ext cx="975482" cy="102879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592116" y="2961551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1798" y="1605416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3089" y="5206188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安全帯フック未掛け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895344" y="3522710"/>
            <a:ext cx="1254191" cy="654686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198571" y="4832081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3089" y="5486767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アウトリガー未設置／不整地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V="1">
            <a:off x="3895344" y="2400391"/>
            <a:ext cx="0" cy="84173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452762" y="211981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" y="1652179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2116" y="2774498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重量物は複数人で扱い、転倒側に立たず低重心で積載しているか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旋回・移動前に上方（トラス・電線）と側方の離隔を確認し誘導者を置いたか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27" name="Picture 2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