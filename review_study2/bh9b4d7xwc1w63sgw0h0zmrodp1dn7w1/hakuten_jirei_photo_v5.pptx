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905804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616634" y="4177396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762" y="2026285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216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616634" y="3709763"/>
            <a:ext cx="836128" cy="74821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268248" y="455150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4380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242130"/>
            <a:ext cx="975482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337925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607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206188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2961551"/>
            <a:ext cx="1254191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95344" y="342918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9862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762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198571" y="2961551"/>
            <a:ext cx="1045159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93918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22439" y="21665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