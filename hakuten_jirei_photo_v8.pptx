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運輸業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TGL災害が多い業種（設営の荷役も同じリスク）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第36条の改正（第五号の四）。教育は学科4時間＋実技2時間（計6時間）。</a:t>
            </a:r>
          </a:p>
          <a:p>
            <a:pPr algn="l"/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 lang="ja-JP" altLang="en-US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高所作業車を起因物とする死亡者数（令和2年）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死亡6名の内訳は建設業5名・運輸交通業1名。事故の型は「墜落・転落」が最多。業種は建設業中心だが、製造業・ビルメンテ・樹木剪定・イベント設営等でも発生。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895344" y="2961551"/>
            <a:ext cx="905804" cy="112231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616634" y="4177396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52762" y="2026285"/>
            <a:ext cx="147767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積荷（ドラム缶）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9216" y="5112661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縁・柵のない昇降板の端で後退し、足を踏み外して地面へ墜落（人の墜落）。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運輸業（貨物自動車運送）／TGL昇降板上での荷の取卸し作業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後ろ向きで作業していた作業者が、縁・柵のない昇降板の後端を踏み外し、頭部から地面へ墜落して被災した。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後ろ向き姿勢で足元の視界・確認が不十分／昇降板に縁（柵）がなく踏み外しを防げない構造／端部での不安定な作業姿勢。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・墜落制止用器具（フルハーネス）等で端部作業の墜落を防止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3616634" y="3709763"/>
            <a:ext cx="836128" cy="74821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268248" y="455150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4380" y="5299714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昇降板のすき間に足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4034698" y="3242130"/>
            <a:ext cx="975482" cy="70144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337925" y="4270922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7607" y="1745706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443" y="5206188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photo_v8_clean_gen04_1.4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H="1">
            <a:off x="1944380" y="2961551"/>
            <a:ext cx="1254191" cy="112231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3895344" y="3429183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19862" y="1605416"/>
            <a:ext cx="19495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2762" y="5112661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安全帯フック未掛け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>
            <a:off x="3198571" y="2961551"/>
            <a:ext cx="1045159" cy="982028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710830" y="44579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5671" y="5486767"/>
            <a:ext cx="226405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アウトリガー未設置／不整地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967728" cy="4676327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cxnSp>
        <p:nvCxnSpPr>
          <p:cNvPr id="4" name="Connector 3"/>
          <p:cNvCxnSpPr/>
          <p:nvPr/>
        </p:nvCxnSpPr>
        <p:spPr>
          <a:xfrm flipV="1">
            <a:off x="3895344" y="2493918"/>
            <a:ext cx="0" cy="841739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522439" y="216657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" y="1652179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2116" y="2774498"/>
            <a:ext cx="179222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8" y="182880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2468880"/>
            <a:ext cx="4160520" cy="15544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420624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212080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▶ 詳細・対策は次ページ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lang="ja-JP" altLang="en-US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 lang="ja-JP" altLang="en-US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 lang="ja-JP" altLang="en-US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重量物は複数人で扱い、転倒側に立たず低重心で積載しているか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103120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907791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712463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517136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旋回・移動前に上方（トラス・電線）と側方の離隔を確認し誘導者を置いたか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5321807"/>
            <a:ext cx="5212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27" name="Picture 2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 lang="ja-JP" altLang="en-US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 lang="ja-JP" altLang="en-US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 lang="ja-JP" altLang="en-US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