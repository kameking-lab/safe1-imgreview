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2501798" y="3335657"/>
            <a:ext cx="1114836" cy="93526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292766" y="394357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9216" y="1698942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後退で踏み外し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" y="4738555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477280" y="3709763"/>
            <a:ext cx="836127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128893" y="464502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6316" y="5206188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4034698" y="3055077"/>
            <a:ext cx="1114837" cy="74821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243730" y="408386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3734" y="1652179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6316" y="4457975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段差・固定不良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photo_v10_clean_gen04_1.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1944380" y="3148604"/>
            <a:ext cx="1114836" cy="93526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825666" y="3335657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0830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4698" y="5112661"/>
            <a:ext cx="116311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546957" y="3242130"/>
            <a:ext cx="1184514" cy="102879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80507" y="473855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680971"/>
            <a:ext cx="0" cy="93526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92116" y="249391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6961" y="179246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3407" y="3055077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