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5428244" y="2961551"/>
            <a:ext cx="905804" cy="1215845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92116" y="3990343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2443" y="1932759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7280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縁・柵のない昇降板の端で後退し、足を踏み外して地面へ墜落（人の墜落）。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運輸業（貨物自動車運送）／TGL昇降板上での荷の取卸し作業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後ろ向きで作業していた作業者が、縁・柵のない昇降板の後端を踏み外し、頭部から地面へ墜落して被災した。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後ろ向き姿勢で足元の視界・確認が不十分／昇降板に縁（柵）がなく踏み外しを防げない構造／端部での不安定な作業姿勢。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・墜落制止用器具（フルハーネス）等で端部作業の墜落を防止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198571" y="3242130"/>
            <a:ext cx="975482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10830" y="427092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3734" y="5299714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3242130"/>
            <a:ext cx="1114836" cy="70144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198571" y="44579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6961" y="1745706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443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ge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5288889" y="2774498"/>
            <a:ext cx="975482" cy="102879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92116" y="2961551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1798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3089" y="5206188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3522710"/>
            <a:ext cx="1254191" cy="654686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198571" y="4832081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3089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3895344" y="2400391"/>
            <a:ext cx="0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452762" y="211981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" y="1652179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2116" y="2774498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