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素材一覧（LAYV19）。視点固定レイヤー合成のための素材カタログ。TGL=視点A（bg_tgl・obj_rollcage_collapsing・worker_pinned）、高所=視点B（bg_aerial・worker_basket）。各パーツに視点A/Bを明記。Googleのみ生成素材（gemini-3-pro-image-preview）・OpenAI不使用・非破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60175" cy="45720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2200" b="1" lang="ja-JP" altLang="en-US">
                <a:solidFill>
                  <a:srgbClr val="1F3A5F"/>
                </a:solidFill>
                <a:latin typeface="游ゴシック"/>
                <a:ea typeface="游ゴシック"/>
                <a:cs typeface="游ゴシック"/>
              </a:rPr>
              <a:t>素材一覧 — 視点固定レイヤー合成（LAYV19）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03504"/>
            <a:ext cx="11460175" cy="31089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0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各シチュでカメラ視点を1つ決め打ちし、背景・荷物・作業員を同じ視点/目線高さ/パース/光源で生成（角度を生成時点で一致）。Googleのみ＝gemini-3-pro-image-preview・OpenAI不使用。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20" y="182880"/>
            <a:ext cx="1554480" cy="29260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視点A = TGL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82880"/>
            <a:ext cx="1554480" cy="292608"/>
          </a:xfrm>
          <a:prstGeom prst="round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視点B = 高所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46304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60704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400" b="1" lang="ja-JP" altLang="en-US">
                <a:solidFill>
                  <a:srgbClr val="1F3A5F"/>
                </a:solidFill>
                <a:latin typeface="游ゴシック"/>
                <a:ea typeface="游ゴシック"/>
                <a:cs typeface="游ゴシック"/>
              </a:rPr>
              <a:t>シチュ1：TGL（荷崩れ・下敷き）／全パーツ＝視点A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657600" cy="2377440"/>
          </a:xfrm>
          <a:prstGeom prst="rect">
            <a:avLst/>
          </a:prstGeom>
          <a:solidFill>
            <a:srgbClr val="F6F6F6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g_t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36" y="1554480"/>
            <a:ext cx="3051048" cy="16642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108960" y="1554480"/>
            <a:ext cx="841248" cy="2743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視点A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3328416"/>
            <a:ext cx="3547872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bg_tgl（背景）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584448"/>
            <a:ext cx="3547872" cy="23774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9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TGL付きトラック後部・人物なし・不透過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481328"/>
            <a:ext cx="3657600" cy="2377440"/>
          </a:xfrm>
          <a:prstGeom prst="rect">
            <a:avLst/>
          </a:prstGeom>
          <a:solidFill>
            <a:srgbClr val="F6F6F6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bj_rollcage_collapsin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586" y="1554480"/>
            <a:ext cx="1414923" cy="166420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013448" y="1554480"/>
            <a:ext cx="841248" cy="2743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視点A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328416"/>
            <a:ext cx="3547872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obj_rollcage_collapsing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3584448"/>
            <a:ext cx="3547872" cy="23774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9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崩れたカゴ車・透過RGBA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481328"/>
            <a:ext cx="3657600" cy="2377440"/>
          </a:xfrm>
          <a:prstGeom prst="rect">
            <a:avLst/>
          </a:prstGeom>
          <a:solidFill>
            <a:srgbClr val="F6F6F6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orker_pinne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582908"/>
            <a:ext cx="3511296" cy="16073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0917936" y="1554480"/>
            <a:ext cx="841248" cy="2743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視点A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28416"/>
            <a:ext cx="3547872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worker_pinned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84448"/>
            <a:ext cx="3547872" cy="23774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9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下敷き作業員・フルハーネス・透過・流血なし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41648"/>
            <a:ext cx="146304" cy="310896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4023360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400" b="1" lang="ja-JP" altLang="en-US">
                <a:solidFill>
                  <a:srgbClr val="0E6E6E"/>
                </a:solidFill>
                <a:latin typeface="游ゴシック"/>
                <a:ea typeface="游ゴシック"/>
                <a:cs typeface="游ゴシック"/>
              </a:rPr>
              <a:t>シチュ2：高所作業車（バスケットでの被災）／全パーツ＝視点B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43984"/>
            <a:ext cx="3657600" cy="2377440"/>
          </a:xfrm>
          <a:prstGeom prst="rect">
            <a:avLst/>
          </a:prstGeom>
          <a:solidFill>
            <a:srgbClr val="F6F6F6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g_aer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36" y="4517136"/>
            <a:ext cx="3051048" cy="166420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3108960" y="4517136"/>
            <a:ext cx="841248" cy="274320"/>
          </a:xfrm>
          <a:prstGeom prst="round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視点B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6291072"/>
            <a:ext cx="3547872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bg_aerial（背景）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6547104"/>
            <a:ext cx="3547872" cy="23774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9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ブーム式高所作業車・立上・人物なし・不透過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4443984"/>
            <a:ext cx="3657600" cy="2377440"/>
          </a:xfrm>
          <a:prstGeom prst="rect">
            <a:avLst/>
          </a:prstGeom>
          <a:solidFill>
            <a:srgbClr val="F6F6F6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orker_basket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3848" y="4517136"/>
            <a:ext cx="2930399" cy="166420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013448" y="4517136"/>
            <a:ext cx="841248" cy="274320"/>
          </a:xfrm>
          <a:prstGeom prst="round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視点B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6291072"/>
            <a:ext cx="3547872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worker_basket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6547104"/>
            <a:ext cx="3547872" cy="23774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9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バスケット内被災・フルハーネス・透過・流血なし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443984"/>
            <a:ext cx="3931920" cy="2377440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/>
            <a:r>
              <a:rPr sz="11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視点固定方式：
・背景／荷物／作業員を同一視点で生成
・後からの回転合わせを最小化
・各パーツは透過PNG（rembg/Pillowで白背景を除去）
・合成見本は次スライド参照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